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3" name="Image 0" descr="/mnt/user-data/upload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25603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8328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Chollo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3383280" y="1965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Point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383280" y="3017520"/>
            <a:ext cx="5303520" cy="27432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" name="Text 4"/>
          <p:cNvSpPr/>
          <p:nvPr/>
        </p:nvSpPr>
        <p:spPr>
          <a:xfrm>
            <a:off x="3383280" y="3154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chollos geolocalizados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· 2ºDAW/DAM · Curso 2025/2026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4434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I.E.S. Hermanos Machado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— La idea y el problema que resuelve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11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usadas — Front-End, Back-End e infraestructura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971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— Esquema relacional de la BD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931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— Guía de estilo y vistas principales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384048" cy="38404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lado del cliente — React, MUI, Leaflet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2011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lado del servidor — PHP MVC, JWT, API REST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384048" cy="384048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21808" y="2971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— Entorno de producción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3977640"/>
            <a:ext cx="384048" cy="384048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39319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— Retos, aprendizajes y mejoras futuras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972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3075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chollos y ofertas desaparecen rápido y no siempre sabemos dónde están cerca de nosotros. No hay una plataforma que combine descuentos con geolocalización real.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5720" cy="109728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CholloPoint es una red social de ofertas donde cualquier usuario puede publicar un chollo geolocalizando la tienda. Los chollos expiran automáticamente a las 24 h para garantizar frescura.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45720" cy="109728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¿A quién va dirigido?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que busque ahorrar dinero en su día a día, así como a pequeños comercios que quieran dar visibilidad a sus promociones de forma gratuita.</a:t>
            </a:r>
            <a:endParaRPr lang="en-US" sz="1250" dirty="0"/>
          </a:p>
        </p:txBody>
      </p:sp>
      <p:pic>
        <p:nvPicPr>
          <p:cNvPr id="14" name="Image 0" descr="/mnt/user-data/upload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822960"/>
            <a:ext cx="3200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Front-End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5389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27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con hooks y Context API para gestión de estado global (AuthContext)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30552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1671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3408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Enrutado del lado del cliente: rutas públicas y protegidas con PrivateRoute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2843784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880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(MUI)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30540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UI: Card, Drawer, Slider, ToggleButtonGroup, CircularProgress…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9359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51560" y="3767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marcadores custom, popups y geolocalización del usuario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30682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Fetch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51560" y="4480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 centralizado en api/client.js con interceptores de token JWT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🖥️ Back-End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5389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(MVC propio)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27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desarrollada desde cero: index.php enruta a controladores especializados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30552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1671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3408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relacional con 6 tablas: usuarios, chollos, comentarios, favoritos, votos_chollos, votos_comentarios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2843784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880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Tokens)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30540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stateless: el token viaja en el header Authorization de cada petición protegida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9359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51560" y="3767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GET/POST/PUT/DELETE sobre /auth, /chollos, /comentarios, /favoritos, /usuarios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30682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Cron/Limpieza auto.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51560" y="4480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limpiar_chollos_caducados.php elimina ofertas expiradas hace más de 2 días (configurable como cron job)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datos — Esquema Relacional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412480" cy="36576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5" name="Image 0" descr="/mnt/user-data/uploads/1778776856916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84124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4572000"/>
            <a:ext cx="1325880" cy="50292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usuarios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Perfil, puntos, avatar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83080" y="4572000"/>
            <a:ext cx="1325880" cy="502920"/>
          </a:xfrm>
          <a:prstGeom prst="rect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783080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chollos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Oferta, precio, ubicación GPS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4572000"/>
            <a:ext cx="1325880" cy="502920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18688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comentarios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Texto + votos +/-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54296" y="4572000"/>
            <a:ext cx="1325880" cy="5029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54296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favoritos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Relación usuario↔chollo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9904" y="4572000"/>
            <a:ext cx="1325880" cy="50292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9904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votos_chollos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Like/dislike a chollos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525512" y="4572000"/>
            <a:ext cx="1325880" cy="502920"/>
          </a:xfrm>
          <a:prstGeom prst="rect">
            <a:avLst/>
          </a:prstGeom>
          <a:solidFill>
            <a:srgbClr val="F57C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25512" y="4572000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votos_comentarios
</a:t>
            </a:r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Like/dislike a comentarios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interfaz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Guía de estilo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57575"/>
                </a:solidFill>
              </a:rPr>
              <a:t>Paleta de colores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331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#E53935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16152" y="1645920"/>
            <a:ext cx="640080" cy="64008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2331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#FF7043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75104" y="1645920"/>
            <a:ext cx="640080" cy="640080"/>
          </a:xfrm>
          <a:prstGeom prst="ellipse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75104" y="1645920"/>
            <a:ext cx="640080" cy="640080"/>
          </a:xfrm>
          <a:prstGeom prst="ellipse">
            <a:avLst/>
          </a:prstGeom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331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#F5F5F5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34056" y="1645920"/>
            <a:ext cx="640080" cy="640080"/>
          </a:xfrm>
          <a:prstGeom prst="ellipse">
            <a:avLst/>
          </a:prstGeom>
          <a:solidFill>
            <a:srgbClr val="21212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60904" y="2331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#212121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93008" y="1645920"/>
            <a:ext cx="640080" cy="64008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9856" y="23317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#2E7D32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57575"/>
                </a:solidFill>
              </a:rPr>
              <a:t>Tipografía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Black / Calibri Bold
</a:t>
            </a:r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· Roboto (MUI)
</a:t>
            </a:r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RWD: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Breakpoints xs/sm/md/lg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914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Home — lista de chollos</a:t>
            </a:r>
            <a:endParaRPr lang="en-US" sz="1200" dirty="0"/>
          </a:p>
        </p:txBody>
      </p:sp>
      <p:pic>
        <p:nvPicPr>
          <p:cNvPr id="21" name="Image 0" descr="/mnt/user-data/uploads/177877698307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261872"/>
            <a:ext cx="42976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Vistas principales de la aplicación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41248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77724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user-data/uploads/1778776880152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822960"/>
            <a:ext cx="4114800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2423160"/>
            <a:ext cx="420624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Publicar chollo (con preview)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77724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mnt/user-data/uploads/1778776946952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822960"/>
            <a:ext cx="4114800" cy="1600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2423160"/>
            <a:ext cx="420624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Vista Mapa con filtros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7472" y="292608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mnt/user-data/uploads/1778776898990_imag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192" y="2971800"/>
            <a:ext cx="4114800" cy="1600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47472" y="4572000"/>
            <a:ext cx="420624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1"/>
          <p:cNvSpPr/>
          <p:nvPr/>
        </p:nvSpPr>
        <p:spPr>
          <a:xfrm>
            <a:off x="347472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Perfil de usuario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2926080"/>
            <a:ext cx="4206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/mnt/user-data/uploads/1778776925400_imag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0600" y="2971800"/>
            <a:ext cx="4114800" cy="1600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54880" y="4572000"/>
            <a:ext cx="4206240" cy="320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4"/>
          <p:cNvSpPr/>
          <p:nvPr/>
        </p:nvSpPr>
        <p:spPr>
          <a:xfrm>
            <a:off x="475488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🏅 Gamificación · Niveles y Badges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del lado del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9144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743200" cy="347472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9601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9509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estado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8912" y="132588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(React Context API) persiste el token JWT y el usuario en localStorage. Custom hook useAuth() accesible en toda la app.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9144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914400"/>
            <a:ext cx="2743200" cy="347472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96012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9509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83280" y="132588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con marcadores SVG dinámicos que muestran el precio. Geolocalización del navegador (navigator.geolocation).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6208" y="9144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6208" y="914400"/>
            <a:ext cx="2743200" cy="347472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96012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9509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y ordenación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27648" y="132588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en tiempo real por categoría, precio (slider), provincia y orden. Aplicados en el cliente sobre los datos ya cargados.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47472" y="30175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7472" y="3017520"/>
            <a:ext cx="2743200" cy="347472"/>
          </a:xfrm>
          <a:prstGeom prst="rect">
            <a:avLst/>
          </a:prstGeom>
          <a:solidFill>
            <a:srgbClr val="FF704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06324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" y="30540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Expiración automática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38912" y="342900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estaExpirado() compara expiraEn con Date.now(). Las cards expiradas aparecen desaturadas y sin interacción.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30175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017520"/>
            <a:ext cx="2743200" cy="347472"/>
          </a:xfrm>
          <a:prstGeom prst="rect">
            <a:avLst/>
          </a:prstGeom>
          <a:solidFill>
            <a:srgbClr val="7B1FA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06324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39312" y="30540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con preview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383280" y="342900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PublicarChollo.jsx renderiza en tiempo real la tarjeta tal y como quedará, incluyendo cálculo automático del descuento porcentual.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36208" y="3017520"/>
            <a:ext cx="2743200" cy="347472"/>
          </a:xfrm>
          <a:prstGeom prst="rect">
            <a:avLst/>
          </a:prstGeom>
          <a:solidFill>
            <a:srgbClr val="00796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06324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0540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formularios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327648" y="3429000"/>
            <a:ext cx="2578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Register.jsx valida en cliente: fuerza de contraseña, confirmación, email. Errores inline sin necesidad de enviar al servidor.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del lado del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MVC en PHP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9144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/auth/registro · POST /auth/login · GET /auth/me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91440" cy="50292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ChollosController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/chollos · POST · PUT /chollos/{id} · DELETE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91440" cy="5029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ComentariosController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/chollos/{id}/comentarios · POST /votar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914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FavoritosController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/favoritos · POST /favoritos/{id} (toggle)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91440" cy="5029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UsuariosController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/usuarios/{id} · PUT /usuarios/me · POST /puntos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y detalles clave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99032"/>
            <a:ext cx="365760" cy="36576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1184" y="141732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49240" y="1325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con password_hash(BCrypt). Nunca en texto plano.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2112264"/>
            <a:ext cx="365760" cy="365760"/>
          </a:xfrm>
          <a:prstGeom prst="ellipse">
            <a:avLst/>
          </a:prstGeom>
          <a:solidFill>
            <a:srgbClr val="FF704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13055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49240" y="2039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stateless: payload {sub, email}. Verificado en middleware auth.php.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846320" y="2825496"/>
            <a:ext cx="365760" cy="365760"/>
          </a:xfrm>
          <a:prstGeom prst="ellipse">
            <a:avLst/>
          </a:prstGeom>
          <a:solidFill>
            <a:srgbClr val="1976D2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284378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49240" y="27523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configurado para restringir orígenes en producción.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846320" y="353872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557016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49240" y="346557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con prepared statements: protección total contra SQL Injection.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846320" y="4251960"/>
            <a:ext cx="365760" cy="365760"/>
          </a:xfrm>
          <a:prstGeom prst="ellipse">
            <a:avLst/>
          </a:prstGeom>
          <a:solidFill>
            <a:srgbClr val="7B1FA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427024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49240" y="41788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puntos: +10 publicar, +2 comentar, +1 recibir voto positivo.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Despliegue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04672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7680960" cy="777240"/>
          </a:xfrm>
          <a:prstGeom prst="rect">
            <a:avLst/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241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9875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Despliegue en progreso — </a:t>
            </a:r>
            <a:pPr indent="0" marL="0">
              <a:buNone/>
            </a:pPr>
            <a:r>
              <a:rPr lang="en-US" sz="13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diapositiva se completará con la URL y capturas del panel una vez finalizado.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Opciones contempladas para el despliegue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" y="228600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" y="2286000"/>
            <a:ext cx="2743200" cy="3657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Front-End (React)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2697480"/>
            <a:ext cx="2578608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→ genera /dist estático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Hostings: Netlify · Vercel · GitHub Pages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_redirects para SPA routing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28600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286000"/>
            <a:ext cx="2743200" cy="36576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Back-End (PHP + MySQL)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83280" y="2697480"/>
            <a:ext cx="2578608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compartido (cPanel) o VPS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variables de entorno en .env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del dump SQL + usuarios de prueba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6208" y="228600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36208" y="2286000"/>
            <a:ext cx="27432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08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Alternativa Docker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27648" y="2697480"/>
            <a:ext cx="2578608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con servicios: php-fpm, nginx, mysql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portable para demo local o servidor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de infraestructura externa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8321040" cy="36576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4069080" cy="1783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4069080" cy="384048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987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6926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más relevantes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3904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de geolocalización + expiración automática diferencia CholloPoint de simples listados estáticos. El sistema de puntos y badges añade engagement real.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069080" cy="1783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14400"/>
            <a:ext cx="4069080" cy="384048"/>
          </a:xfrm>
          <a:prstGeom prst="rect">
            <a:avLst/>
          </a:prstGeom>
          <a:solidFill>
            <a:srgbClr val="FF70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9875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96926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no vistas en clase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46320" y="1371600"/>
            <a:ext cx="3904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Leaflet/OpenStreetMap para mapas interactivos, JWT stateless en PHP puro sin frameworks, sistema de gamificación completo con niveles y badges desbloqueables.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69080" cy="1783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834640"/>
            <a:ext cx="4069080" cy="384048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077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288950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técnicos superados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3291840"/>
            <a:ext cx="3904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JWT desde cero en PHP, geolocalización del navegador, sincronización entre filtros del cliente y datos del servidor, limpieza automática de chollos.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34640"/>
            <a:ext cx="4069080" cy="1783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834640"/>
            <a:ext cx="4069080" cy="38404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0779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0640" y="288950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846320" y="3291840"/>
            <a:ext cx="3904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push, filtro de mapa por radio de distancia, versión PWA/móvil, panel de administración completo, integración con APIs de tiendas externas.</a:t>
            </a:r>
            <a:endParaRPr lang="en-US" sz="1100" dirty="0"/>
          </a:p>
        </p:txBody>
      </p:sp>
      <p:pic>
        <p:nvPicPr>
          <p:cNvPr id="25" name="Image 4" descr="/mnt/user-data/uploads/log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72400" y="4389120"/>
            <a:ext cx="822960" cy="685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" y="4800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CholloPoint ·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CholloPoint — Proyecto Intermodular 2ºDAW</dc:title>
  <dc:subject>PptxGenJS Presentation</dc:subject>
  <dc:creator>PptxGenJS</dc:creator>
  <cp:lastModifiedBy>PptxGenJS</cp:lastModifiedBy>
  <cp:revision>1</cp:revision>
  <dcterms:created xsi:type="dcterms:W3CDTF">2026-05-15T10:41:30Z</dcterms:created>
  <dcterms:modified xsi:type="dcterms:W3CDTF">2026-05-15T10:41:30Z</dcterms:modified>
</cp:coreProperties>
</file>